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b31fb59b434a6b" /><Relationship Type="http://schemas.openxmlformats.org/officeDocument/2006/relationships/extended-properties" Target="/docProps/app.xml" Id="R0114edb3a76e460d" /><Relationship Type="http://schemas.openxmlformats.org/officeDocument/2006/relationships/officeDocument" Target="/ppt/presentation.xml" Id="R8f0a53c4612543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7450756d0c4c10"/>
  </p:sldMasterIdLst>
  <p:notesMasterIdLst>
    <p:notesMasterId xmlns:r="http://schemas.openxmlformats.org/officeDocument/2006/relationships" r:id="R67582a88353947cc"/>
  </p:notesMasterIdLst>
  <p:sldIdLst>
    <p:sldId xmlns:r="http://schemas.openxmlformats.org/officeDocument/2006/relationships" id="256" r:id="Rffacbbb3ea444500"/>
    <p:sldId xmlns:r="http://schemas.openxmlformats.org/officeDocument/2006/relationships" id="257" r:id="Rf2034709ee034388"/>
    <p:sldId xmlns:r="http://schemas.openxmlformats.org/officeDocument/2006/relationships" id="258" r:id="R1f346915d42c4bc1"/>
    <p:sldId xmlns:r="http://schemas.openxmlformats.org/officeDocument/2006/relationships" id="259" r:id="R6f8237da03114eee"/>
    <p:sldId xmlns:r="http://schemas.openxmlformats.org/officeDocument/2006/relationships" id="260" r:id="R3c3ed3e91bae4c62"/>
    <p:sldId xmlns:r="http://schemas.openxmlformats.org/officeDocument/2006/relationships" id="261" r:id="Rbb6582918fea41b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3ba923d3b34995" /><Relationship Type="http://schemas.openxmlformats.org/officeDocument/2006/relationships/slideMaster" Target="/ppt/slideMasters/slideMaster1.xml" Id="R507450756d0c4c10" /><Relationship Type="http://schemas.openxmlformats.org/officeDocument/2006/relationships/notesMaster" Target="/ppt/notesMasters/notesMaster1.xml" Id="R67582a88353947cc" /><Relationship Type="http://schemas.openxmlformats.org/officeDocument/2006/relationships/presProps" Target="/ppt/presProps.xml" Id="R927297baa9fb4a10" /><Relationship Type="http://schemas.openxmlformats.org/officeDocument/2006/relationships/tableStyles" Target="/ppt/tableStyles.xml" Id="Rccf3c77b300a4002" /><Relationship Type="http://schemas.openxmlformats.org/officeDocument/2006/relationships/slide" Target="/ppt/slides/slide1.xml" Id="Rffacbbb3ea444500" /><Relationship Type="http://schemas.openxmlformats.org/officeDocument/2006/relationships/slide" Target="/ppt/slides/slide2.xml" Id="Rf2034709ee034388" /><Relationship Type="http://schemas.openxmlformats.org/officeDocument/2006/relationships/slide" Target="/ppt/slides/slide3.xml" Id="R1f346915d42c4bc1" /><Relationship Type="http://schemas.openxmlformats.org/officeDocument/2006/relationships/slide" Target="/ppt/slides/slide4.xml" Id="R6f8237da03114eee" /><Relationship Type="http://schemas.openxmlformats.org/officeDocument/2006/relationships/slide" Target="/ppt/slides/slide5.xml" Id="R3c3ed3e91bae4c62" /><Relationship Type="http://schemas.openxmlformats.org/officeDocument/2006/relationships/slide" Target="/ppt/slides/slide6.xml" Id="Rbb6582918fea41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9ae7e932fa4c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98ddbf16b243b6" /><Relationship Type="http://schemas.openxmlformats.org/officeDocument/2006/relationships/notesMaster" Target="/ppt/notesMasters/notesMaster1.xml" Id="Rf3d279cd17194b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3f477f7a734107" /><Relationship Type="http://schemas.openxmlformats.org/officeDocument/2006/relationships/notesMaster" Target="/ppt/notesMasters/notesMaster1.xml" Id="Rcd7faaf7b96141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962d90ad1640f0" /><Relationship Type="http://schemas.openxmlformats.org/officeDocument/2006/relationships/notesMaster" Target="/ppt/notesMasters/notesMaster1.xml" Id="R7723e1d18bde40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203a738a5c4a4b" /><Relationship Type="http://schemas.openxmlformats.org/officeDocument/2006/relationships/notesMaster" Target="/ppt/notesMasters/notesMaster1.xml" Id="R5177f24ffb7040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2f43f8b3e44245" /><Relationship Type="http://schemas.openxmlformats.org/officeDocument/2006/relationships/notesMaster" Target="/ppt/notesMasters/notesMaster1.xml" Id="R7610730f582544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e1f3ab013f4d8c" /><Relationship Type="http://schemas.openxmlformats.org/officeDocument/2006/relationships/notesMaster" Target="/ppt/notesMasters/notesMaster1.xml" Id="Rcf25ee1bcbc04b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Джерело: скріншоти справжнього Telegram Web, 17.10.2026. Реалізація: D:/Projects/codex/shop-assistant-bot. Демонстраційні магазин і дані. Знімки зроблено з акаунта менеджера; повний новий обмін між двома акаунтами не заявляється перевіреним. Бот: https://t.me/shopasisstanthvrlko_bot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Джерело: скріншоти справжнього Telegram Web, 17.10.2026. Реалізація: D:/Projects/codex/shop-assistant-bot. Демонстраційні магазин і дані. Знімки зроблено з акаунта менеджера; повний новий обмін між двома акаунтами не заявляється перевіреним. Бот: https://t.me/shopasisstanthvrlko_bot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Джерело: скріншоти справжнього Telegram Web, 17.10.2026. Реалізація: D:/Projects/codex/shop-assistant-bot. Демонстраційні магазин і дані. Знімки зроблено з акаунта менеджера; повний новий обмін між двома акаунтами не заявляється перевіреним. Бот: https://t.me/shopasisstanthvrlko_bot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Джерело: скріншоти справжнього Telegram Web, 17.10.2026. Реалізація: D:/Projects/codex/shop-assistant-bot. Демонстраційні магазин і дані. Знімки зроблено з акаунта менеджера; повний новий обмін між двома акаунтами не заявляється перевіреним. Бот: https://t.me/shopasisstanthvrlko_bot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Джерело: скріншоти справжнього Telegram Web, 17.10.2026. Реалізація: D:/Projects/codex/shop-assistant-bot. Демонстраційні магазин і дані. Знімки зроблено з акаунта менеджера; повний новий обмін між двома акаунтами не заявляється перевіреним. Бот: https://t.me/shopasisstanthvrlko_bot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Джерело: скріншоти справжнього Telegram Web, 17.10.2026. Реалізація: D:/Projects/codex/shop-assistant-bot. Демонстраційні магазин і дані. Знімки зроблено з акаунта менеджера; повний новий обмін між двома акаунтами не заявляється перевіреним. Бот: https://t.me/shopasisstanthvrlko_bot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7230f2c4b3415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df778270b24d7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4ea1f61b414e9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cbcea8eca049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ba3a908d2644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796ac652b944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ECC8C8-3945-4F88-9EF4-6ED2256FEF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5B42158-46DE-44A8-A660-70C793E5FF7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661901D-8081-4F24-93DC-61B9878A03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60C5F9-FED5-44C5-ACF4-CBBFD42A81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3BD4236-E37A-4EF3-9082-51B309F992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E27353-A998-4040-B3C6-9A404A4D06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955D18-767F-4859-A68B-9C0C5A8D13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31962D2-A010-4049-BC45-F65BF4240EC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EF0EC9-3577-4BCA-9CCB-C25054D9E0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E2EBC9-A4F8-4F0D-9E5C-8A108C721E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70793e0ec94c8d" /><Relationship Type="http://schemas.openxmlformats.org/officeDocument/2006/relationships/slideLayout" Target="/ppt/slideLayouts/slideLayout1.xml" Id="R6cabec86bd5a45a5" /><Relationship Type="http://schemas.openxmlformats.org/officeDocument/2006/relationships/slideLayout" Target="/ppt/slideLayouts/slideLayout2.xml" Id="R23a480a367a940ad" /><Relationship Type="http://schemas.openxmlformats.org/officeDocument/2006/relationships/slideLayout" Target="/ppt/slideLayouts/slideLayout3.xml" Id="Rbf73d2d42e334c8e" /><Relationship Type="http://schemas.openxmlformats.org/officeDocument/2006/relationships/slideLayout" Target="/ppt/slideLayouts/slideLayout4.xml" Id="R538d8d927e23492d" /><Relationship Type="http://schemas.openxmlformats.org/officeDocument/2006/relationships/slideLayout" Target="/ppt/slideLayouts/slideLayout5.xml" Id="R1b900374ebe44e6c" /><Relationship Type="http://schemas.openxmlformats.org/officeDocument/2006/relationships/slideLayout" Target="/ppt/slideLayouts/slideLayout6.xml" Id="R17ce05f556bc40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abec86bd5a45a5"/>
    <p:sldLayoutId xmlns:r="http://schemas.openxmlformats.org/officeDocument/2006/relationships" id="2147483650" r:id="R23a480a367a940ad"/>
    <p:sldLayoutId xmlns:r="http://schemas.openxmlformats.org/officeDocument/2006/relationships" id="2147483651" r:id="Rbf73d2d42e334c8e"/>
    <p:sldLayoutId xmlns:r="http://schemas.openxmlformats.org/officeDocument/2006/relationships" id="2147483652" r:id="R538d8d927e23492d"/>
    <p:sldLayoutId xmlns:r="http://schemas.openxmlformats.org/officeDocument/2006/relationships" id="2147483653" r:id="R1b900374ebe44e6c"/>
    <p:sldLayoutId xmlns:r="http://schemas.openxmlformats.org/officeDocument/2006/relationships" id="2147483654" r:id="R17ce05f556bc40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2e97f1de1c4b73" /><Relationship Type="http://schemas.openxmlformats.org/officeDocument/2006/relationships/image" Target="/ppt/media/image.jpeg" Id="R190a0caaec2b435f" /><Relationship Type="http://schemas.openxmlformats.org/officeDocument/2006/relationships/notesSlide" Target="/ppt/notesSlides/notesSlide1.xml" Id="R6252407d4eab46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09507d37c14481" /><Relationship Type="http://schemas.openxmlformats.org/officeDocument/2006/relationships/image" Target="/ppt/media/image2.jpeg" Id="Rc6deb1ac51614e37" /><Relationship Type="http://schemas.openxmlformats.org/officeDocument/2006/relationships/notesSlide" Target="/ppt/notesSlides/notesSlide2.xml" Id="Rb7ed1b23a21f4f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f563150a69491d" /><Relationship Type="http://schemas.openxmlformats.org/officeDocument/2006/relationships/image" Target="/ppt/media/image3.jpeg" Id="R62bbd0aa8aba49d9" /><Relationship Type="http://schemas.openxmlformats.org/officeDocument/2006/relationships/notesSlide" Target="/ppt/notesSlides/notesSlide3.xml" Id="R5f15dcf2b3f04c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6611fef338456e" /><Relationship Type="http://schemas.openxmlformats.org/officeDocument/2006/relationships/image" Target="/ppt/media/image4.jpeg" Id="Rdb1454628671431c" /><Relationship Type="http://schemas.openxmlformats.org/officeDocument/2006/relationships/notesSlide" Target="/ppt/notesSlides/notesSlide4.xml" Id="R79367de0cdec42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333bae684642df" /><Relationship Type="http://schemas.openxmlformats.org/officeDocument/2006/relationships/image" Target="/ppt/media/image5.jpeg" Id="R1d63159c23df4381" /><Relationship Type="http://schemas.openxmlformats.org/officeDocument/2006/relationships/notesSlide" Target="/ppt/notesSlides/notesSlide5.xml" Id="R5c9dab31176c43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033de0e4094f68" /><Relationship Type="http://schemas.openxmlformats.org/officeDocument/2006/relationships/image" Target="/ppt/media/image6.jpeg" Id="R8df0653b741741f0" /><Relationship Type="http://schemas.openxmlformats.org/officeDocument/2006/relationships/notesSlide" Target="/ppt/notesSlides/notesSlide6.xml" Id="Rba2a55d0aee149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8CB58-FD76-423D-BC27-B6CF68FC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9533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B62"/>
                </a:solidFill>
                <a:latin typeface="Arial"/>
                <a:ea typeface="Arial"/>
                <a:cs typeface="Arial"/>
              </a:rPr>
              <a:t>01 /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DC014-A44C-4597-A879-9B9B21AF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287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B684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B684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B684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B684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B684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B684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B684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B684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B684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B68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B684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84F"/>
                </a:solidFill>
                <a:latin typeface="Arial"/>
                <a:ea typeface="Arial"/>
                <a:cs typeface="Arial"/>
              </a:rPr>
              <a:t>Shop Assistant · демопроєкт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13696-AFC9-4377-BEE8-DAF32FAB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5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defPPr>
            <a:lvl1pPr>
              <a:defRPr sz="55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1pPr>
            <a:lvl2pPr>
              <a:defRPr sz="55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2pPr>
            <a:lvl3pPr>
              <a:defRPr sz="55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3pPr>
            <a:lvl4pPr>
              <a:defRPr sz="55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4pPr>
            <a:lvl5pPr>
              <a:defRPr sz="55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5pPr>
            <a:lvl6pPr>
              <a:defRPr sz="55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6pPr>
            <a:lvl7pPr>
              <a:defRPr sz="55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7pPr>
            <a:lvl8pPr>
              <a:defRPr sz="55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8pPr>
            <a:lvl9pPr>
              <a:defRPr sz="55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5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28342D"/>
                </a:solidFill>
                <a:latin typeface="Arial"/>
                <a:ea typeface="Arial"/>
                <a:cs typeface="Arial"/>
              </a:rPr>
              <a:t>Shop 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4A7AA-8E32-494B-9BA1-71026351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571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342D"/>
                </a:solidFill>
                <a:latin typeface="Arial"/>
                <a:ea typeface="Arial"/>
                <a:cs typeface="Arial"/>
              </a:rPr>
              <a:t>Магазин тканин</a:t>
            </a:r>
          </a:p>
          <a:p xmlns:a="http://schemas.openxmlformats.org/drawingml/2006/main">
            <a:pPr>
              <a:defRPr sz="360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342D"/>
                </a:solidFill>
                <a:latin typeface="Arial"/>
                <a:ea typeface="Arial"/>
                <a:cs typeface="Arial"/>
              </a:rPr>
              <a:t>у Telegram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30BDC-6ACB-4042-BA6B-6EB38B5D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561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8342D"/>
                </a:solidFill>
                <a:latin typeface="Arial"/>
                <a:ea typeface="Arial"/>
                <a:cs typeface="Arial"/>
              </a:rPr>
              <a:t>Каталог, пошук і зв’язок</a:t>
            </a:r>
          </a:p>
          <a:p xmlns:a="http://schemas.openxmlformats.org/drawingml/2006/main">
            <a: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8342D"/>
                </a:solidFill>
                <a:latin typeface="Arial"/>
                <a:ea typeface="Arial"/>
                <a:cs typeface="Arial"/>
              </a:rPr>
              <a:t>із менеджером в одному боті.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4D061-749B-48A2-95A0-E3816209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49605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B684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B684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B684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B684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B684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B684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B684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B684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B684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B68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B684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84F"/>
                </a:solidFill>
                <a:latin typeface="Arial"/>
                <a:ea typeface="Arial"/>
                <a:cs typeface="Arial"/>
              </a:rPr>
              <a:t>20 товарів · 4 категорії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051BC-66EC-4233-8854-1A676E0380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a0caaec2b435f"/>
          <a:stretch xmlns:a="http://schemas.openxmlformats.org/drawingml/2006/main"/>
        </p:blipFill>
        <p:spPr>
          <a:xfrm xmlns:a="http://schemas.openxmlformats.org/drawingml/2006/main">
            <a:off x="7239000" y="1647078"/>
            <a:ext cx="7239000" cy="508784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102A1-BC10-416A-B15E-00AB4E54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9533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B62"/>
                </a:solidFill>
                <a:latin typeface="Arial"/>
                <a:ea typeface="Arial"/>
                <a:cs typeface="Arial"/>
              </a:rPr>
              <a:t>Власний портфолійний проєкт. Магазин і дані демонстраційні.</a:t>
            </a:r>
          </a:p>
        </p:txBody>
      </p:sp>
    </p:spTree>
    <p:extLst>
      <p:ext uri="{BB962C8B-B14F-4D97-AF65-F5344CB8AC3E}">
        <p14:creationId xmlns:p14="http://schemas.microsoft.com/office/powerpoint/2010/main" val="4647418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DFD75-4BB3-4E95-9951-2FA5E841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9533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B62"/>
                </a:solidFill>
                <a:latin typeface="Arial"/>
                <a:ea typeface="Arial"/>
                <a:cs typeface="Arial"/>
              </a:rPr>
              <a:t>02 /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5215E-B716-436D-A4A9-E1530307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66800"/>
            <a:ext cx="6191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28342D"/>
                </a:solidFill>
                <a:latin typeface="Arial"/>
                <a:ea typeface="Arial"/>
                <a:cs typeface="Arial"/>
              </a:rPr>
              <a:t>Каталог за</a:t>
            </a:r>
          </a:p>
          <a:p xmlns:a="http://schemas.openxmlformats.org/drawingml/2006/main">
            <a: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28342D"/>
                </a:solidFill>
                <a:latin typeface="Arial"/>
                <a:ea typeface="Arial"/>
                <a:cs typeface="Arial"/>
              </a:rPr>
              <a:t>категоріями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96E7D-5879-47C8-B77B-1FE3F296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42D"/>
                </a:solidFill>
                <a:latin typeface="Arial"/>
                <a:ea typeface="Arial"/>
                <a:cs typeface="Arial"/>
              </a:rPr>
              <a:t>Льон, бавовна, віскоза та муслін.</a:t>
            </a:r>
          </a:p>
          <a:p xmlns:a="http://schemas.openxmlformats.org/drawingml/2006/main">
            <a: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42D"/>
                </a:solidFill>
                <a:latin typeface="Arial"/>
                <a:ea typeface="Arial"/>
                <a:cs typeface="Arial"/>
              </a:rPr>
              <a:t>Оберіть матеріал — перегляньте</a:t>
            </a:r>
          </a:p>
          <a:p xmlns:a="http://schemas.openxmlformats.org/drawingml/2006/main">
            <a: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42D"/>
                </a:solidFill>
                <a:latin typeface="Arial"/>
                <a:ea typeface="Arial"/>
                <a:cs typeface="Arial"/>
              </a:rPr>
              <a:t>фото й характеристики тканин.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B7A11-D034-4A51-85A9-728004F5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defPPr>
            <a:lvl1pPr>
              <a:defRPr sz="900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1pPr>
            <a:lvl2pPr>
              <a:defRPr sz="900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2pPr>
            <a:lvl3pPr>
              <a:defRPr sz="900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3pPr>
            <a:lvl4pPr>
              <a:defRPr sz="900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4pPr>
            <a:lvl5pPr>
              <a:defRPr sz="900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5pPr>
            <a:lvl6pPr>
              <a:defRPr sz="900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6pPr>
            <a:lvl7pPr>
              <a:defRPr sz="900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7pPr>
            <a:lvl8pPr>
              <a:defRPr sz="900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8pPr>
            <a:lvl9pPr>
              <a:defRPr sz="900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pPr>
            <a:r>
              <a:rPr sz="9000" b="1">
                <a:solidFill>
                  <a:srgbClr val="5B684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F579F-5528-4A65-8117-BF5DC1B5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7056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26B62"/>
                </a:solidFill>
                <a:latin typeface="Arial"/>
                <a:ea typeface="Arial"/>
                <a:cs typeface="Arial"/>
              </a:rPr>
              <a:t>демонстраційних товарів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954BC-AB2B-4468-A332-ECD9B4D840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eb1ac51614e37"/>
          <a:stretch xmlns:a="http://schemas.openxmlformats.org/drawingml/2006/main"/>
        </p:blipFill>
        <p:spPr>
          <a:xfrm xmlns:a="http://schemas.openxmlformats.org/drawingml/2006/main">
            <a:off x="7048500" y="2900613"/>
            <a:ext cx="7429500" cy="25807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3141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FF68C-9AD4-4126-8716-95D97B56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9533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B62"/>
                </a:solidFill>
                <a:latin typeface="Arial"/>
                <a:ea typeface="Arial"/>
                <a:cs typeface="Arial"/>
              </a:rPr>
              <a:t>03 /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D3D9B-7036-4289-AE8B-8D2ABC75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66800"/>
            <a:ext cx="1285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28342D"/>
                </a:solidFill>
                <a:latin typeface="Arial"/>
                <a:ea typeface="Arial"/>
                <a:cs typeface="Arial"/>
              </a:rPr>
              <a:t>Пошук за словами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1D652-199B-46EE-8B86-BD260F14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B684F"/>
                </a:solidFill>
                <a:latin typeface="Arial"/>
                <a:ea typeface="Arial"/>
                <a:cs typeface="Arial"/>
              </a:rPr>
              <a:t>«льон айворі»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391FF-DE29-4F19-8F77-C15E3096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552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8342D"/>
                </a:solidFill>
                <a:latin typeface="Arial"/>
                <a:ea typeface="Arial"/>
                <a:cs typeface="Arial"/>
              </a:rPr>
              <a:t>Бот показує відповідні варіанти.</a:t>
            </a:r>
          </a:p>
          <a:p xmlns:a="http://schemas.openxmlformats.org/drawingml/2006/main">
            <a: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8342D"/>
                </a:solidFill>
                <a:latin typeface="Arial"/>
                <a:ea typeface="Arial"/>
                <a:cs typeface="Arial"/>
              </a:rPr>
              <a:t>Покупець обирає конкретний</a:t>
            </a:r>
          </a:p>
          <a:p xmlns:a="http://schemas.openxmlformats.org/drawingml/2006/main">
            <a: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8342D"/>
                </a:solidFill>
                <a:latin typeface="Arial"/>
                <a:ea typeface="Arial"/>
                <a:cs typeface="Arial"/>
              </a:rPr>
              <a:t>відтінок і артикул.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0984F-0B93-4588-B3B9-E1604E4A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57900"/>
            <a:ext cx="5715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B62"/>
                </a:solidFill>
                <a:latin typeface="Arial"/>
                <a:ea typeface="Arial"/>
                <a:cs typeface="Arial"/>
              </a:rPr>
              <a:t>Пошук за матеріалом, кольором</a:t>
            </a:r>
          </a:p>
          <a:p xmlns:a="http://schemas.openxmlformats.org/drawingml/2006/main">
            <a:pPr>
              <a:defRPr sz="21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B62"/>
                </a:solidFill>
                <a:latin typeface="Arial"/>
                <a:ea typeface="Arial"/>
                <a:cs typeface="Arial"/>
              </a:rPr>
              <a:t>і призначенням працює</a:t>
            </a:r>
          </a:p>
          <a:p xmlns:a="http://schemas.openxmlformats.org/drawingml/2006/main">
            <a:pPr>
              <a:defRPr sz="21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B62"/>
                </a:solidFill>
                <a:latin typeface="Arial"/>
                <a:ea typeface="Arial"/>
                <a:cs typeface="Arial"/>
              </a:rPr>
              <a:t>без платного AI.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AAF6F-0F6F-4851-B371-4E1F3B1372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bd0aa8aba49d9"/>
          <a:stretch xmlns:a="http://schemas.openxmlformats.org/drawingml/2006/main"/>
        </p:blipFill>
        <p:spPr>
          <a:xfrm xmlns:a="http://schemas.openxmlformats.org/drawingml/2006/main">
            <a:off x="7048500" y="2788539"/>
            <a:ext cx="7429500" cy="309067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3271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41522-C235-461E-BCE2-017781FE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9533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B62"/>
                </a:solidFill>
                <a:latin typeface="Arial"/>
                <a:ea typeface="Arial"/>
                <a:cs typeface="Arial"/>
              </a:rPr>
              <a:t>04 /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06CBE-EF59-40D1-9D19-FE4C7389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6680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28342D"/>
                </a:solidFill>
                <a:latin typeface="Arial"/>
                <a:ea typeface="Arial"/>
                <a:cs typeface="Arial"/>
              </a:rPr>
              <a:t>Картка тканини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ECA99-D908-4F8F-8514-952E430C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B684F"/>
                </a:solidFill>
                <a:latin typeface="Arial"/>
                <a:ea typeface="Arial"/>
                <a:cs typeface="Arial"/>
              </a:rPr>
              <a:t>Фото та характеристики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0A049-A906-431C-BBB3-9FAC1E4D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6096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8342D"/>
                </a:solidFill>
                <a:latin typeface="Arial"/>
                <a:ea typeface="Arial"/>
                <a:cs typeface="Arial"/>
              </a:rPr>
              <a:t>Склад, ширина, щільність</a:t>
            </a:r>
          </a:p>
          <a:p xmlns:a="http://schemas.openxmlformats.org/drawingml/2006/main">
            <a: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8342D"/>
                </a:solidFill>
                <a:latin typeface="Arial"/>
                <a:ea typeface="Arial"/>
                <a:cs typeface="Arial"/>
              </a:rPr>
              <a:t>і рекомендоване призначення —</a:t>
            </a:r>
          </a:p>
          <a:p xmlns:a="http://schemas.openxmlformats.org/drawingml/2006/main">
            <a:pPr>
              <a:defRPr sz="232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8342D"/>
                </a:solidFill>
                <a:latin typeface="Arial"/>
                <a:ea typeface="Arial"/>
                <a:cs typeface="Arial"/>
              </a:rPr>
              <a:t>в одній картці.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41C90-5976-4343-AF0B-9EF3032A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483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42D"/>
                </a:solidFill>
                <a:latin typeface="Arial"/>
                <a:ea typeface="Arial"/>
                <a:cs typeface="Arial"/>
              </a:rPr>
              <a:t>Ціна за метр, залишок і дата</a:t>
            </a:r>
          </a:p>
          <a:p xmlns:a="http://schemas.openxmlformats.org/drawingml/2006/main">
            <a:pPr>
              <a:defRPr sz="217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42D"/>
                </a:solidFill>
                <a:latin typeface="Arial"/>
                <a:ea typeface="Arial"/>
                <a:cs typeface="Arial"/>
              </a:rPr>
              <a:t>оновлення беруться з каталогу.</a:t>
            </a:r>
          </a:p>
          <a:p xmlns:a="http://schemas.openxmlformats.org/drawingml/2006/main">
            <a:pPr>
              <a:defRPr sz="217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42D"/>
                </a:solidFill>
                <a:latin typeface="Arial"/>
                <a:ea typeface="Arial"/>
                <a:cs typeface="Arial"/>
              </a:rPr>
              <a:t>З картки можна звернутися</a:t>
            </a:r>
          </a:p>
          <a:p xmlns:a="http://schemas.openxmlformats.org/drawingml/2006/main">
            <a:pPr>
              <a:defRPr sz="2175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342D"/>
                </a:solidFill>
                <a:latin typeface="Arial"/>
                <a:ea typeface="Arial"/>
                <a:cs typeface="Arial"/>
              </a:rPr>
              <a:t>до менеджера.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DF53B-0671-4A02-933C-AE301D35F5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454628671431c"/>
          <a:stretch xmlns:a="http://schemas.openxmlformats.org/drawingml/2006/main"/>
        </p:blipFill>
        <p:spPr>
          <a:xfrm xmlns:a="http://schemas.openxmlformats.org/drawingml/2006/main">
            <a:off x="9601098" y="523875"/>
            <a:ext cx="2800553" cy="7286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2845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39E17-0968-4A51-8F80-C8914E33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9533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B62"/>
                </a:solidFill>
                <a:latin typeface="Arial"/>
                <a:ea typeface="Arial"/>
                <a:cs typeface="Arial"/>
              </a:rPr>
              <a:t>05 /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C550E-FDDE-49CA-AD29-C2F54475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66800"/>
            <a:ext cx="1285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28342D"/>
                </a:solidFill>
                <a:latin typeface="Arial"/>
                <a:ea typeface="Arial"/>
                <a:cs typeface="Arial"/>
              </a:rPr>
              <a:t>Доставка й оплата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D2747-297A-41DD-9D3C-B7132B23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561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5B684F"/>
                </a:solidFill>
                <a:latin typeface="Arial"/>
                <a:ea typeface="Arial"/>
                <a:cs typeface="Arial"/>
              </a:rPr>
              <a:t>Типові запитання —</a:t>
            </a:r>
          </a:p>
          <a:p xmlns:a="http://schemas.openxmlformats.org/drawingml/2006/main">
            <a:pPr>
              <a:defRPr sz="292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5B684F"/>
                </a:solidFill>
                <a:latin typeface="Arial"/>
                <a:ea typeface="Arial"/>
                <a:cs typeface="Arial"/>
              </a:rPr>
              <a:t>просто в чаті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E39A3-BA8A-4A1D-BAF3-E19FCDA4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5810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42D"/>
                </a:solidFill>
                <a:latin typeface="Arial"/>
                <a:ea typeface="Arial"/>
                <a:cs typeface="Arial"/>
              </a:rPr>
              <a:t>Покупець відкриває умови</a:t>
            </a:r>
          </a:p>
          <a:p xmlns:a="http://schemas.openxmlformats.org/drawingml/2006/main">
            <a: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42D"/>
                </a:solidFill>
                <a:latin typeface="Arial"/>
                <a:ea typeface="Arial"/>
                <a:cs typeface="Arial"/>
              </a:rPr>
              <a:t>доставки та оплати кнопкою.</a:t>
            </a:r>
          </a:p>
          <a:p xmlns:a="http://schemas.openxmlformats.org/drawingml/2006/main">
            <a: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42D"/>
                </a:solidFill>
                <a:latin typeface="Arial"/>
                <a:ea typeface="Arial"/>
                <a:cs typeface="Arial"/>
              </a:rPr>
              <a:t>Відповіді беруться з опису</a:t>
            </a:r>
          </a:p>
          <a:p xmlns:a="http://schemas.openxmlformats.org/drawingml/2006/main">
            <a: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42D"/>
                </a:solidFill>
                <a:latin typeface="Arial"/>
                <a:ea typeface="Arial"/>
                <a:cs typeface="Arial"/>
              </a:rPr>
              <a:t>конкретного магазину.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E491C-751D-48B3-81A2-AABC3583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772275"/>
            <a:ext cx="600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B62"/>
                </a:solidFill>
                <a:latin typeface="Arial"/>
                <a:ea typeface="Arial"/>
                <a:cs typeface="Arial"/>
              </a:rPr>
              <a:t>У демо немає оформлення</a:t>
            </a:r>
          </a:p>
          <a:p xmlns:a="http://schemas.openxmlformats.org/drawingml/2006/main">
            <a:pPr>
              <a:defRPr sz="195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B62"/>
                </a:solidFill>
                <a:latin typeface="Arial"/>
                <a:ea typeface="Arial"/>
                <a:cs typeface="Arial"/>
              </a:rPr>
              <a:t>замовлень і приймання платежів.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1EAA5-B4E3-48DA-B161-FE3FC448FD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3159c23df4381"/>
          <a:stretch xmlns:a="http://schemas.openxmlformats.org/drawingml/2006/main"/>
        </p:blipFill>
        <p:spPr>
          <a:xfrm xmlns:a="http://schemas.openxmlformats.org/drawingml/2006/main">
            <a:off x="7048500" y="2467259"/>
            <a:ext cx="7429500" cy="37332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5537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0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4C2DF-B402-4DB7-B286-F2B1E94A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9533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B62"/>
                </a:solidFill>
                <a:latin typeface="Arial"/>
                <a:ea typeface="Arial"/>
                <a:cs typeface="Arial"/>
              </a:rPr>
              <a:t>06 /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84EA2-7CC8-44A9-8834-64D11F98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66800"/>
            <a:ext cx="1285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28342D"/>
                </a:solidFill>
                <a:latin typeface="Arial"/>
                <a:ea typeface="Arial"/>
                <a:cs typeface="Arial"/>
              </a:rPr>
              <a:t>Кабінет менеджера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94D09-F2DF-4B15-BE6D-03DBD44E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600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B684F"/>
                </a:solidFill>
                <a:latin typeface="Arial"/>
                <a:ea typeface="Arial"/>
                <a:cs typeface="Arial"/>
              </a:rPr>
              <a:t>Вітрина залишається</a:t>
            </a:r>
          </a:p>
          <a:p xmlns:a="http://schemas.openxmlformats.org/drawingml/2006/main">
            <a:pPr>
              <a:defRPr sz="2850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B684F"/>
                </a:solidFill>
                <a:latin typeface="Arial"/>
                <a:ea typeface="Arial"/>
                <a:cs typeface="Arial"/>
              </a:rPr>
              <a:t>на стартовому екрані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448E6-0256-44C2-9C2B-CA3F77BF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42D"/>
                </a:solidFill>
                <a:latin typeface="Arial"/>
                <a:ea typeface="Arial"/>
                <a:cs typeface="Arial"/>
              </a:rPr>
              <a:t>Для роботи зі зверненнями —</a:t>
            </a:r>
          </a:p>
          <a:p xmlns:a="http://schemas.openxmlformats.org/drawingml/2006/main">
            <a: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42D"/>
                </a:solidFill>
                <a:latin typeface="Arial"/>
                <a:ea typeface="Arial"/>
                <a:cs typeface="Arial"/>
              </a:rPr>
              <a:t>окремий кабінет: список,</a:t>
            </a:r>
          </a:p>
          <a:p xmlns:a="http://schemas.openxmlformats.org/drawingml/2006/main">
            <a: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42D"/>
                </a:solidFill>
                <a:latin typeface="Arial"/>
                <a:ea typeface="Arial"/>
                <a:cs typeface="Arial"/>
              </a:rPr>
              <a:t>історія, архів і відповіді.</a:t>
            </a:r>
          </a:p>
          <a:p xmlns:a="http://schemas.openxmlformats.org/drawingml/2006/main">
            <a:pPr>
              <a:defRPr sz="2250" b="0">
                <a:solidFill>
                  <a:srgbClr val="2834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8342D"/>
                </a:solidFill>
                <a:latin typeface="Arial"/>
                <a:ea typeface="Arial"/>
                <a:cs typeface="Arial"/>
              </a:rPr>
              <a:t>Переписки розділені темами.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5A78E-5948-4CB6-94EA-56A5994A85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0653b741741f0"/>
          <a:stretch xmlns:a="http://schemas.openxmlformats.org/drawingml/2006/main"/>
        </p:blipFill>
        <p:spPr>
          <a:xfrm xmlns:a="http://schemas.openxmlformats.org/drawingml/2006/main">
            <a:off x="7456530" y="2190750"/>
            <a:ext cx="6899189" cy="3810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16C20-45CD-47B2-B335-805849F7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96100"/>
            <a:ext cx="1333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5B684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B684F"/>
                </a:solidFill>
                <a:latin typeface="Arial"/>
                <a:ea typeface="Arial"/>
                <a:cs typeface="Arial"/>
              </a:rPr>
              <a:t>Спробувати: t.me/shopasisstanthvrlko_bot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14F58-661F-4011-946F-DF9BE908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7953375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6B6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B62"/>
                </a:solidFill>
                <a:latin typeface="Arial"/>
                <a:ea typeface="Arial"/>
                <a:cs typeface="Arial"/>
              </a:rPr>
              <a:t>Python · aiogram · SQLite · Docker</a:t>
            </a:r>
          </a:p>
        </p:txBody>
      </p:sp>
    </p:spTree>
    <p:extLst>
      <p:ext uri="{BB962C8B-B14F-4D97-AF65-F5344CB8AC3E}">
        <p14:creationId xmlns:p14="http://schemas.microsoft.com/office/powerpoint/2010/main" val="15181407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2026-10-17T22:50:12.8880000Z</dcterms:created>
  <dcterms:modified xsi:type="dcterms:W3CDTF">2026-10-17T22:50:12.8880000Z</dcterms:modified>
</coreProperties>
</file>